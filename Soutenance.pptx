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7" r:id="rId8"/>
    <p:sldId id="261" r:id="rId9"/>
    <p:sldId id="262" r:id="rId10"/>
    <p:sldId id="263" r:id="rId11"/>
    <p:sldId id="264" r:id="rId12"/>
    <p:sldId id="265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171B0-68FD-4BDE-B244-23169E483BF2}" type="datetimeFigureOut">
              <a:rPr lang="fr-FR" smtClean="0"/>
              <a:t>16/03/2022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5E0E44C2-C187-4212-A0B2-F33279B819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0114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171B0-68FD-4BDE-B244-23169E483BF2}" type="datetimeFigureOut">
              <a:rPr lang="fr-FR" smtClean="0"/>
              <a:t>16/03/2022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E44C2-C187-4212-A0B2-F33279B819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3443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171B0-68FD-4BDE-B244-23169E483BF2}" type="datetimeFigureOut">
              <a:rPr lang="fr-FR" smtClean="0"/>
              <a:t>16/03/2022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E0E44C2-C187-4212-A0B2-F33279B819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925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171B0-68FD-4BDE-B244-23169E483BF2}" type="datetimeFigureOut">
              <a:rPr lang="fr-FR" smtClean="0"/>
              <a:t>16/03/2022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E0E44C2-C187-4212-A0B2-F33279B819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8298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171B0-68FD-4BDE-B244-23169E483BF2}" type="datetimeFigureOut">
              <a:rPr lang="fr-FR" smtClean="0"/>
              <a:t>16/03/2022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E0E44C2-C187-4212-A0B2-F33279B819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0564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171B0-68FD-4BDE-B244-23169E483BF2}" type="datetimeFigureOut">
              <a:rPr lang="fr-FR" smtClean="0"/>
              <a:t>16/03/2022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E44C2-C187-4212-A0B2-F33279B819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0731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171B0-68FD-4BDE-B244-23169E483BF2}" type="datetimeFigureOut">
              <a:rPr lang="fr-FR" smtClean="0"/>
              <a:t>16/03/2022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E44C2-C187-4212-A0B2-F33279B819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3512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171B0-68FD-4BDE-B244-23169E483BF2}" type="datetimeFigureOut">
              <a:rPr lang="fr-FR" smtClean="0"/>
              <a:t>16/03/2022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E44C2-C187-4212-A0B2-F33279B819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532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171B0-68FD-4BDE-B244-23169E483BF2}" type="datetimeFigureOut">
              <a:rPr lang="fr-FR" smtClean="0"/>
              <a:t>16/03/2022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E0E44C2-C187-4212-A0B2-F33279B819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214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171B0-68FD-4BDE-B244-23169E483BF2}" type="datetimeFigureOut">
              <a:rPr lang="fr-FR" smtClean="0"/>
              <a:t>16/03/2022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E0E44C2-C187-4212-A0B2-F33279B819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998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171B0-68FD-4BDE-B244-23169E483BF2}" type="datetimeFigureOut">
              <a:rPr lang="fr-FR" smtClean="0"/>
              <a:t>16/03/2022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E0E44C2-C187-4212-A0B2-F33279B81946}" type="slidenum">
              <a:rPr lang="fr-FR" smtClean="0"/>
              <a:t>‹N°›</a:t>
            </a:fld>
            <a:endParaRPr lang="fr-FR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08705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171B0-68FD-4BDE-B244-23169E483BF2}" type="datetimeFigureOut">
              <a:rPr lang="fr-FR" smtClean="0"/>
              <a:t>16/03/2022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E0E44C2-C187-4212-A0B2-F33279B819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98179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171B0-68FD-4BDE-B244-23169E483BF2}" type="datetimeFigureOut">
              <a:rPr lang="fr-FR" smtClean="0"/>
              <a:t>16/03/2022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E0E44C2-C187-4212-A0B2-F33279B81946}" type="slidenum">
              <a:rPr lang="fr-FR" smtClean="0"/>
              <a:t>‹N°›</a:t>
            </a:fld>
            <a:endParaRPr lang="fr-FR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699499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171B0-68FD-4BDE-B244-23169E483BF2}" type="datetimeFigureOut">
              <a:rPr lang="fr-FR" smtClean="0"/>
              <a:t>16/03/2022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E0E44C2-C187-4212-A0B2-F33279B819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3050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171B0-68FD-4BDE-B244-23169E483BF2}" type="datetimeFigureOut">
              <a:rPr lang="fr-FR" smtClean="0"/>
              <a:t>16/03/2022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E44C2-C187-4212-A0B2-F33279B819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66325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171B0-68FD-4BDE-B244-23169E483BF2}" type="datetimeFigureOut">
              <a:rPr lang="fr-FR" smtClean="0"/>
              <a:t>16/03/2022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E44C2-C187-4212-A0B2-F33279B819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0029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9171B0-68FD-4BDE-B244-23169E483BF2}" type="datetimeFigureOut">
              <a:rPr lang="fr-FR" smtClean="0"/>
              <a:t>16/03/2022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5E0E44C2-C187-4212-A0B2-F33279B819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7517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ABABA7-0420-4200-9B65-1C1967CE9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17EBE3-FF86-4DA1-BC9A-331F7F214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A03E380-9CD1-4ABA-A763-9F9D252B8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009967" y="0"/>
            <a:ext cx="6176982" cy="6853245"/>
            <a:chOff x="2487613" y="285750"/>
            <a:chExt cx="2428876" cy="5654676"/>
          </a:xfrm>
          <a:solidFill>
            <a:schemeClr val="bg2">
              <a:lumMod val="90000"/>
            </a:schemeClr>
          </a:solidFill>
        </p:grpSpPr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66E01B84-4C2B-4DE5-90C8-9C4001A75B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64CE5A7A-D5C5-4FE5-860C-0B5748FDE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016A7D2A-6EEA-47B8-A763-7D82E41B3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E758F6E7-6DEC-48D0-ACB1-E5E26B13E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B56657FF-C027-42E7-859B-902929B6FA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79047F2A-5978-46C6-B3A2-54AAC2136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F3BE8FD1-0A72-4640-AC7A-2E057273F8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752FC782-A372-4D11-B20D-958955E56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AA00B2F1-BEE2-444A-8249-C8E3212CA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4" y="468286"/>
              <a:ext cx="1768475" cy="4262464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E7F5747E-514B-4CF7-B6B0-DAD7149097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931614BB-1593-40ED-8113-2BD1187055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2691871F-F15C-4E19-BC9C-78E5748D74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04585069-3EC3-42FB-B7C5-ABF7D7AA1E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4103" y="1318591"/>
            <a:ext cx="5800929" cy="4220820"/>
          </a:xfrm>
        </p:spPr>
        <p:txBody>
          <a:bodyPr anchor="ctr">
            <a:normAutofit/>
          </a:bodyPr>
          <a:lstStyle/>
          <a:p>
            <a:pPr algn="ctr"/>
            <a:r>
              <a:rPr lang="fr-FR" sz="6600" b="1" dirty="0">
                <a:solidFill>
                  <a:schemeClr val="tx2">
                    <a:lumMod val="75000"/>
                  </a:schemeClr>
                </a:solidFill>
              </a:rPr>
              <a:t>Soutenance Projet 1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D586D15-7312-44E0-BC05-5516748128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55048" y="1871831"/>
            <a:ext cx="3084569" cy="3199806"/>
          </a:xfrm>
        </p:spPr>
        <p:txBody>
          <a:bodyPr anchor="ctr">
            <a:normAutofit/>
          </a:bodyPr>
          <a:lstStyle/>
          <a:p>
            <a:r>
              <a:rPr lang="fr-FR" sz="2000" dirty="0">
                <a:solidFill>
                  <a:schemeClr val="tx2">
                    <a:lumMod val="75000"/>
                  </a:schemeClr>
                </a:solidFill>
              </a:rPr>
              <a:t>Prenez en main votre formation de développeur web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4D43EC1-35FA-4FC3-8526-F655CEB09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7196" y="1871831"/>
            <a:ext cx="0" cy="3200400"/>
          </a:xfrm>
          <a:prstGeom prst="line">
            <a:avLst/>
          </a:prstGeom>
          <a:ln w="158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4624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15F76E-7425-45AC-94C2-CC49D1296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Présentation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A173B54-B9BD-4666-95A3-9AF8B0B80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905000"/>
            <a:ext cx="6663970" cy="45131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sz="2400" dirty="0"/>
              <a:t>29 ans</a:t>
            </a:r>
          </a:p>
          <a:p>
            <a:pPr>
              <a:lnSpc>
                <a:spcPct val="150000"/>
              </a:lnSpc>
            </a:pPr>
            <a:r>
              <a:rPr lang="fr-FR" sz="2400" dirty="0"/>
              <a:t>Reconversion professionnelle</a:t>
            </a:r>
          </a:p>
          <a:p>
            <a:pPr>
              <a:lnSpc>
                <a:spcPct val="150000"/>
              </a:lnSpc>
            </a:pPr>
            <a:r>
              <a:rPr lang="fr-FR" sz="2400" dirty="0"/>
              <a:t>Niveau débutant</a:t>
            </a:r>
          </a:p>
          <a:p>
            <a:pPr>
              <a:lnSpc>
                <a:spcPct val="150000"/>
              </a:lnSpc>
            </a:pPr>
            <a:r>
              <a:rPr lang="fr-FR" sz="2400" dirty="0"/>
              <a:t>HTML, CSS, JavaScript  </a:t>
            </a:r>
            <a:r>
              <a:rPr lang="fr-FR" sz="2400" dirty="0">
                <a:sym typeface="Wingdings" panose="05000000000000000000" pitchFamily="2" charset="2"/>
              </a:rPr>
              <a:t>  profil Full stack</a:t>
            </a:r>
          </a:p>
          <a:p>
            <a:pPr>
              <a:lnSpc>
                <a:spcPct val="150000"/>
              </a:lnSpc>
            </a:pPr>
            <a:r>
              <a:rPr lang="fr-FR" sz="2400" dirty="0">
                <a:sym typeface="Wingdings" panose="05000000000000000000" pitchFamily="2" charset="2"/>
              </a:rPr>
              <a:t>Freelance, Digital Nomad</a:t>
            </a:r>
          </a:p>
          <a:p>
            <a:pPr>
              <a:lnSpc>
                <a:spcPct val="150000"/>
              </a:lnSpc>
            </a:pPr>
            <a:r>
              <a:rPr lang="fr-FR" sz="2400" dirty="0">
                <a:sym typeface="Wingdings" panose="05000000000000000000" pitchFamily="2" charset="2"/>
              </a:rPr>
              <a:t>IA, cybersécurité, blockchain, VR</a:t>
            </a:r>
            <a:endParaRPr lang="fr-FR" sz="2400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61209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A9E982-168B-4BB5-B937-87F8F327F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8404" y="583167"/>
            <a:ext cx="2087657" cy="727019"/>
          </a:xfrm>
        </p:spPr>
        <p:txBody>
          <a:bodyPr>
            <a:normAutofit/>
          </a:bodyPr>
          <a:lstStyle/>
          <a:p>
            <a:r>
              <a:rPr lang="fr-FR" dirty="0"/>
              <a:t>Livrables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A35F3E5-65FB-4DDB-8B98-81A55E7B91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8404" y="2391770"/>
            <a:ext cx="3900761" cy="20744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sz="2400" dirty="0"/>
              <a:t>Planning de formation</a:t>
            </a:r>
          </a:p>
        </p:txBody>
      </p:sp>
    </p:spTree>
    <p:extLst>
      <p:ext uri="{BB962C8B-B14F-4D97-AF65-F5344CB8AC3E}">
        <p14:creationId xmlns:p14="http://schemas.microsoft.com/office/powerpoint/2010/main" val="1648511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31D5DF-2E7C-47F1-9128-52DC7512E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Planning de formation</a:t>
            </a:r>
          </a:p>
        </p:txBody>
      </p:sp>
      <p:pic>
        <p:nvPicPr>
          <p:cNvPr id="11" name="Image 10" descr="Une image contenant table&#10;&#10;Description générée automatiquement">
            <a:extLst>
              <a:ext uri="{FF2B5EF4-FFF2-40B4-BE49-F238E27FC236}">
                <a16:creationId xmlns:a16="http://schemas.microsoft.com/office/drawing/2014/main" id="{45C88D51-AB7A-4EC2-849A-EB38622C25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9926" y="314504"/>
            <a:ext cx="1514686" cy="619211"/>
          </a:xfrm>
          <a:prstGeom prst="rect">
            <a:avLst/>
          </a:prstGeom>
        </p:spPr>
      </p:pic>
      <p:pic>
        <p:nvPicPr>
          <p:cNvPr id="13" name="Image 12" descr="Une image contenant table&#10;&#10;Description générée automatiquement">
            <a:extLst>
              <a:ext uri="{FF2B5EF4-FFF2-40B4-BE49-F238E27FC236}">
                <a16:creationId xmlns:a16="http://schemas.microsoft.com/office/drawing/2014/main" id="{62CFB58B-F1DB-4E59-AB21-D1DEBF8546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9926" y="1109752"/>
            <a:ext cx="1495634" cy="619211"/>
          </a:xfrm>
          <a:prstGeom prst="rect">
            <a:avLst/>
          </a:prstGeom>
        </p:spPr>
      </p:pic>
      <p:pic>
        <p:nvPicPr>
          <p:cNvPr id="17" name="Espace réservé du contenu 16">
            <a:extLst>
              <a:ext uri="{FF2B5EF4-FFF2-40B4-BE49-F238E27FC236}">
                <a16:creationId xmlns:a16="http://schemas.microsoft.com/office/drawing/2014/main" id="{9CF62E20-EEFD-4869-A0E7-2F13DE3E58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721" y="2340345"/>
            <a:ext cx="11170557" cy="3746275"/>
          </a:xfrm>
          <a:ln w="12700">
            <a:solidFill>
              <a:schemeClr val="tx1"/>
            </a:solidFill>
          </a:ln>
        </p:spPr>
      </p:pic>
      <p:sp>
        <p:nvSpPr>
          <p:cNvPr id="19" name="Flèche : droite 18" descr="jkbzejncz">
            <a:extLst>
              <a:ext uri="{FF2B5EF4-FFF2-40B4-BE49-F238E27FC236}">
                <a16:creationId xmlns:a16="http://schemas.microsoft.com/office/drawing/2014/main" id="{5000FF2A-2066-4354-9BF2-07FF0FDDE151}"/>
              </a:ext>
            </a:extLst>
          </p:cNvPr>
          <p:cNvSpPr/>
          <p:nvPr/>
        </p:nvSpPr>
        <p:spPr>
          <a:xfrm>
            <a:off x="3657600" y="2081036"/>
            <a:ext cx="8023678" cy="13356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CC7FF4BF-7C75-48CF-B4ED-E58770F2E312}"/>
              </a:ext>
            </a:extLst>
          </p:cNvPr>
          <p:cNvSpPr txBox="1"/>
          <p:nvPr/>
        </p:nvSpPr>
        <p:spPr>
          <a:xfrm>
            <a:off x="5568288" y="1753340"/>
            <a:ext cx="7791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accent1"/>
                </a:solidFill>
              </a:rPr>
              <a:t>Temps : Mois, semaines, jours ouvrés</a:t>
            </a:r>
          </a:p>
        </p:txBody>
      </p:sp>
      <p:sp>
        <p:nvSpPr>
          <p:cNvPr id="23" name="Flèche : bas 22">
            <a:extLst>
              <a:ext uri="{FF2B5EF4-FFF2-40B4-BE49-F238E27FC236}">
                <a16:creationId xmlns:a16="http://schemas.microsoft.com/office/drawing/2014/main" id="{28329DEA-5FB9-41F9-953F-1C6E7104137A}"/>
              </a:ext>
            </a:extLst>
          </p:cNvPr>
          <p:cNvSpPr/>
          <p:nvPr/>
        </p:nvSpPr>
        <p:spPr>
          <a:xfrm>
            <a:off x="218364" y="2340345"/>
            <a:ext cx="177421" cy="37462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86F7EA49-6C58-4C15-AB9A-DA0A84C01E24}"/>
              </a:ext>
            </a:extLst>
          </p:cNvPr>
          <p:cNvSpPr txBox="1"/>
          <p:nvPr/>
        </p:nvSpPr>
        <p:spPr>
          <a:xfrm>
            <a:off x="218364" y="1631144"/>
            <a:ext cx="2743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accent1"/>
                </a:solidFill>
              </a:rPr>
              <a:t>Projets : Cours, livrables, soutenances</a:t>
            </a:r>
          </a:p>
        </p:txBody>
      </p:sp>
    </p:spTree>
    <p:extLst>
      <p:ext uri="{BB962C8B-B14F-4D97-AF65-F5344CB8AC3E}">
        <p14:creationId xmlns:p14="http://schemas.microsoft.com/office/powerpoint/2010/main" val="3748999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/>
      <p:bldP spid="23" grpId="0" animBg="1"/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A9E982-168B-4BB5-B937-87F8F327F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8404" y="583167"/>
            <a:ext cx="2087657" cy="727019"/>
          </a:xfrm>
        </p:spPr>
        <p:txBody>
          <a:bodyPr>
            <a:normAutofit/>
          </a:bodyPr>
          <a:lstStyle/>
          <a:p>
            <a:r>
              <a:rPr lang="fr-FR" dirty="0"/>
              <a:t>Livrables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A35F3E5-65FB-4DDB-8B98-81A55E7B91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8404" y="2391770"/>
            <a:ext cx="3900761" cy="20744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sz="2400" dirty="0"/>
              <a:t>Planning de formation</a:t>
            </a:r>
          </a:p>
          <a:p>
            <a:pPr>
              <a:lnSpc>
                <a:spcPct val="150000"/>
              </a:lnSpc>
            </a:pPr>
            <a:r>
              <a:rPr lang="fr-FR" sz="2400" dirty="0"/>
              <a:t>Post Workplace</a:t>
            </a:r>
          </a:p>
        </p:txBody>
      </p:sp>
    </p:spTree>
    <p:extLst>
      <p:ext uri="{BB962C8B-B14F-4D97-AF65-F5344CB8AC3E}">
        <p14:creationId xmlns:p14="http://schemas.microsoft.com/office/powerpoint/2010/main" val="660499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5CB74B-CE9E-47F3-A1C2-5AF43D1E5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Post Workplace</a:t>
            </a:r>
          </a:p>
        </p:txBody>
      </p:sp>
      <p:pic>
        <p:nvPicPr>
          <p:cNvPr id="5" name="Espace réservé du contenu 4" descr="Une image contenant texte&#10;&#10;Description générée automatiquement">
            <a:extLst>
              <a:ext uri="{FF2B5EF4-FFF2-40B4-BE49-F238E27FC236}">
                <a16:creationId xmlns:a16="http://schemas.microsoft.com/office/drawing/2014/main" id="{64FA169D-39BA-4B33-A863-D2B304C7C6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1797" y="1496806"/>
            <a:ext cx="4788406" cy="5101887"/>
          </a:xfr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81846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A9E982-168B-4BB5-B937-87F8F327F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8404" y="583167"/>
            <a:ext cx="2087657" cy="727019"/>
          </a:xfrm>
        </p:spPr>
        <p:txBody>
          <a:bodyPr>
            <a:normAutofit/>
          </a:bodyPr>
          <a:lstStyle/>
          <a:p>
            <a:r>
              <a:rPr lang="fr-FR" dirty="0"/>
              <a:t>Livrables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A35F3E5-65FB-4DDB-8B98-81A55E7B91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8404" y="2391770"/>
            <a:ext cx="3900761" cy="20744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sz="2400" dirty="0"/>
              <a:t>Planning de formation</a:t>
            </a:r>
          </a:p>
          <a:p>
            <a:pPr>
              <a:lnSpc>
                <a:spcPct val="150000"/>
              </a:lnSpc>
            </a:pPr>
            <a:r>
              <a:rPr lang="fr-FR" sz="2400" dirty="0"/>
              <a:t>Post Workplace</a:t>
            </a:r>
          </a:p>
          <a:p>
            <a:pPr>
              <a:lnSpc>
                <a:spcPct val="150000"/>
              </a:lnSpc>
            </a:pPr>
            <a:r>
              <a:rPr lang="fr-FR" sz="2400" dirty="0"/>
              <a:t>Outil de veille</a:t>
            </a:r>
          </a:p>
        </p:txBody>
      </p:sp>
    </p:spTree>
    <p:extLst>
      <p:ext uri="{BB962C8B-B14F-4D97-AF65-F5344CB8AC3E}">
        <p14:creationId xmlns:p14="http://schemas.microsoft.com/office/powerpoint/2010/main" val="2996826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777F68-B29B-4B91-829A-C27189723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Outil de veille : LinkedIn</a:t>
            </a:r>
          </a:p>
        </p:txBody>
      </p:sp>
      <p:pic>
        <p:nvPicPr>
          <p:cNvPr id="13" name="Espace réservé du contenu 12">
            <a:extLst>
              <a:ext uri="{FF2B5EF4-FFF2-40B4-BE49-F238E27FC236}">
                <a16:creationId xmlns:a16="http://schemas.microsoft.com/office/drawing/2014/main" id="{5B35005B-BB3E-4F67-96D7-3E130F0EDD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3383" y="1603716"/>
            <a:ext cx="8922273" cy="4925595"/>
          </a:xfrm>
        </p:spPr>
      </p:pic>
    </p:spTree>
    <p:extLst>
      <p:ext uri="{BB962C8B-B14F-4D97-AF65-F5344CB8AC3E}">
        <p14:creationId xmlns:p14="http://schemas.microsoft.com/office/powerpoint/2010/main" val="1171187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D881C4-42AA-4DB4-A0C3-E17324511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W3Schools</a:t>
            </a:r>
          </a:p>
        </p:txBody>
      </p:sp>
      <p:pic>
        <p:nvPicPr>
          <p:cNvPr id="13" name="Espace réservé du contenu 12" descr="Une image contenant texte&#10;&#10;Description générée automatiquement">
            <a:extLst>
              <a:ext uri="{FF2B5EF4-FFF2-40B4-BE49-F238E27FC236}">
                <a16:creationId xmlns:a16="http://schemas.microsoft.com/office/drawing/2014/main" id="{ED50B260-23A5-4937-8912-21CBDF18FB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5996" y="-18170"/>
            <a:ext cx="3613013" cy="3417716"/>
          </a:xfrm>
          <a:ln w="12700">
            <a:solidFill>
              <a:schemeClr val="tx1"/>
            </a:solidFill>
          </a:ln>
        </p:spPr>
      </p:pic>
      <p:pic>
        <p:nvPicPr>
          <p:cNvPr id="15" name="Image 14" descr="Une image contenant texte&#10;&#10;Description générée automatiquement">
            <a:extLst>
              <a:ext uri="{FF2B5EF4-FFF2-40B4-BE49-F238E27FC236}">
                <a16:creationId xmlns:a16="http://schemas.microsoft.com/office/drawing/2014/main" id="{E2A7093A-1958-42B3-8AEC-AA33DB8304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2991" y="1905000"/>
            <a:ext cx="3701824" cy="393192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7" name="Image 16" descr="Une image contenant texte&#10;&#10;Description générée automatiquement">
            <a:extLst>
              <a:ext uri="{FF2B5EF4-FFF2-40B4-BE49-F238E27FC236}">
                <a16:creationId xmlns:a16="http://schemas.microsoft.com/office/drawing/2014/main" id="{5BCE253E-0EB2-45EC-BBAD-D416E69995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8418" y="3630988"/>
            <a:ext cx="6137714" cy="309053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68272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FA5C3F-1D1E-4493-A019-672897D0C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Codeur.com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7DDDC0E4-85D3-4F98-AB54-E18A541CA8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605" y="205268"/>
            <a:ext cx="4338940" cy="3500648"/>
          </a:xfr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7EB3506-248F-4F10-A5F8-8BDE83D30F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059" y="1837190"/>
            <a:ext cx="4518144" cy="4063896"/>
          </a:xfrm>
          <a:prstGeom prst="rect">
            <a:avLst/>
          </a:prstGeom>
        </p:spPr>
      </p:pic>
      <p:pic>
        <p:nvPicPr>
          <p:cNvPr id="9" name="Image 8" descr="Une image contenant texte&#10;&#10;Description générée automatiquement">
            <a:extLst>
              <a:ext uri="{FF2B5EF4-FFF2-40B4-BE49-F238E27FC236}">
                <a16:creationId xmlns:a16="http://schemas.microsoft.com/office/drawing/2014/main" id="{64E745A9-AC11-44FE-A1E8-4AE8301F87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959440"/>
            <a:ext cx="5325218" cy="2693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578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38D79A-EBB5-42EB-8072-CE8232B35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Monde Informatique</a:t>
            </a:r>
          </a:p>
        </p:txBody>
      </p:sp>
      <p:pic>
        <p:nvPicPr>
          <p:cNvPr id="5" name="Espace réservé du contenu 4" descr="Une image contenant texte, personne, capture d’écran, écran&#10;&#10;Description générée automatiquement">
            <a:extLst>
              <a:ext uri="{FF2B5EF4-FFF2-40B4-BE49-F238E27FC236}">
                <a16:creationId xmlns:a16="http://schemas.microsoft.com/office/drawing/2014/main" id="{8AA9280C-7F23-4796-BB13-2B871376B4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379" y="2130431"/>
            <a:ext cx="4239884" cy="4317680"/>
          </a:xfr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4C23AE6E-6429-4CD2-9DDE-446D1AB0EF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5739" y="1831145"/>
            <a:ext cx="4163752" cy="431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894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618D7B-563F-4A91-9B03-49B93E79C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ANSSI</a:t>
            </a:r>
          </a:p>
        </p:txBody>
      </p:sp>
      <p:pic>
        <p:nvPicPr>
          <p:cNvPr id="5" name="Espace réservé du contenu 4" descr="Une image contenant texte&#10;&#10;Description générée automatiquement">
            <a:extLst>
              <a:ext uri="{FF2B5EF4-FFF2-40B4-BE49-F238E27FC236}">
                <a16:creationId xmlns:a16="http://schemas.microsoft.com/office/drawing/2014/main" id="{388D4165-C362-4A8B-A7A3-B1D71AAFBA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7970" y="3770694"/>
            <a:ext cx="5440272" cy="2695433"/>
          </a:xfrm>
        </p:spPr>
      </p:pic>
      <p:pic>
        <p:nvPicPr>
          <p:cNvPr id="7" name="Image 6" descr="Une image contenant texte&#10;&#10;Description générée automatiquement">
            <a:extLst>
              <a:ext uri="{FF2B5EF4-FFF2-40B4-BE49-F238E27FC236}">
                <a16:creationId xmlns:a16="http://schemas.microsoft.com/office/drawing/2014/main" id="{67813DB2-2EA3-487A-AAED-82FAFFF91A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092" y="1719480"/>
            <a:ext cx="4117707" cy="4102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804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CE2CE7-1700-4DCB-BB9A-6079919F9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4281" y="3090012"/>
            <a:ext cx="6000165" cy="677976"/>
          </a:xfrm>
        </p:spPr>
        <p:txBody>
          <a:bodyPr>
            <a:normAutofit fontScale="90000"/>
          </a:bodyPr>
          <a:lstStyle/>
          <a:p>
            <a:r>
              <a:rPr lang="fr-FR" dirty="0"/>
              <a:t>Merci pour votre attention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D36C8E-9F74-40AA-8453-CCA1A3EF3B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5841242"/>
            <a:ext cx="8915400" cy="69980"/>
          </a:xfrm>
        </p:spPr>
        <p:txBody>
          <a:bodyPr>
            <a:normAutofit fontScale="25000" lnSpcReduction="20000"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58359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rin">
  <a:themeElements>
    <a:clrScheme name="Brin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Brin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rin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175</TotalTime>
  <Words>94</Words>
  <Application>Microsoft Office PowerPoint</Application>
  <PresentationFormat>Grand écran</PresentationFormat>
  <Paragraphs>28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Arial</vt:lpstr>
      <vt:lpstr>Century Gothic</vt:lpstr>
      <vt:lpstr>Wingdings 3</vt:lpstr>
      <vt:lpstr>Brin</vt:lpstr>
      <vt:lpstr>Soutenance Projet 1</vt:lpstr>
      <vt:lpstr>Présentation</vt:lpstr>
      <vt:lpstr>Livrables</vt:lpstr>
      <vt:lpstr>Planning de formation</vt:lpstr>
      <vt:lpstr>Livrables</vt:lpstr>
      <vt:lpstr>Post Workplace</vt:lpstr>
      <vt:lpstr>Livrables</vt:lpstr>
      <vt:lpstr>Outil de veille : LinkedIn</vt:lpstr>
      <vt:lpstr>W3Schools</vt:lpstr>
      <vt:lpstr>Codeur.com</vt:lpstr>
      <vt:lpstr>Le Monde Informatique</vt:lpstr>
      <vt:lpstr>ANSSI</vt:lpstr>
      <vt:lpstr>Merci pour votre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Soutenance Projet 1</dc:title>
  <dc:creator>Marie Condé</dc:creator>
  <cp:lastModifiedBy>Marie Condé</cp:lastModifiedBy>
  <cp:revision>3</cp:revision>
  <dcterms:created xsi:type="dcterms:W3CDTF">2022-03-16T10:01:52Z</dcterms:created>
  <dcterms:modified xsi:type="dcterms:W3CDTF">2022-03-16T13:01:38Z</dcterms:modified>
</cp:coreProperties>
</file>